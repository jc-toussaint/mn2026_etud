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90" d="100"/>
          <a:sy n="90" d="100"/>
        </p:scale>
        <p:origin x="30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6865-A5EC-4C08-8F94-06793A9D0D7B}" type="datetimeFigureOut">
              <a:rPr lang="fr-FR" smtClean="0"/>
              <a:t>13/12/2021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5B025-CFC2-404C-9713-B78B2D888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4615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6865-A5EC-4C08-8F94-06793A9D0D7B}" type="datetimeFigureOut">
              <a:rPr lang="fr-FR" smtClean="0"/>
              <a:t>13/12/2021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5B025-CFC2-404C-9713-B78B2D888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2948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6865-A5EC-4C08-8F94-06793A9D0D7B}" type="datetimeFigureOut">
              <a:rPr lang="fr-FR" smtClean="0"/>
              <a:t>13/12/2021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5B025-CFC2-404C-9713-B78B2D888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93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6865-A5EC-4C08-8F94-06793A9D0D7B}" type="datetimeFigureOut">
              <a:rPr lang="fr-FR" smtClean="0"/>
              <a:t>13/12/2021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5B025-CFC2-404C-9713-B78B2D888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4829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6865-A5EC-4C08-8F94-06793A9D0D7B}" type="datetimeFigureOut">
              <a:rPr lang="fr-FR" smtClean="0"/>
              <a:t>13/12/2021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5B025-CFC2-404C-9713-B78B2D888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75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6865-A5EC-4C08-8F94-06793A9D0D7B}" type="datetimeFigureOut">
              <a:rPr lang="fr-FR" smtClean="0"/>
              <a:t>13/12/2021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5B025-CFC2-404C-9713-B78B2D888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439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6865-A5EC-4C08-8F94-06793A9D0D7B}" type="datetimeFigureOut">
              <a:rPr lang="fr-FR" smtClean="0"/>
              <a:t>13/12/2021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5B025-CFC2-404C-9713-B78B2D888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963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6865-A5EC-4C08-8F94-06793A9D0D7B}" type="datetimeFigureOut">
              <a:rPr lang="fr-FR" smtClean="0"/>
              <a:t>13/12/2021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5B025-CFC2-404C-9713-B78B2D888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660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6865-A5EC-4C08-8F94-06793A9D0D7B}" type="datetimeFigureOut">
              <a:rPr lang="fr-FR" smtClean="0"/>
              <a:t>13/12/2021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5B025-CFC2-404C-9713-B78B2D888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490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6865-A5EC-4C08-8F94-06793A9D0D7B}" type="datetimeFigureOut">
              <a:rPr lang="fr-FR" smtClean="0"/>
              <a:t>13/12/2021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5B025-CFC2-404C-9713-B78B2D888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9915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16865-A5EC-4C08-8F94-06793A9D0D7B}" type="datetimeFigureOut">
              <a:rPr lang="fr-FR" smtClean="0"/>
              <a:t>13/12/2021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5B025-CFC2-404C-9713-B78B2D888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414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916865-A5EC-4C08-8F94-06793A9D0D7B}" type="datetimeFigureOut">
              <a:rPr lang="fr-FR" smtClean="0"/>
              <a:t>13/12/2021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5B025-CFC2-404C-9713-B78B2D8882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138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e 68"/>
          <p:cNvGrpSpPr/>
          <p:nvPr/>
        </p:nvGrpSpPr>
        <p:grpSpPr>
          <a:xfrm>
            <a:off x="884062" y="1176793"/>
            <a:ext cx="3600000" cy="1800000"/>
            <a:chOff x="2035534" y="1176793"/>
            <a:chExt cx="3600000" cy="1800000"/>
          </a:xfrm>
        </p:grpSpPr>
        <p:grpSp>
          <p:nvGrpSpPr>
            <p:cNvPr id="16" name="Groupe 15"/>
            <p:cNvGrpSpPr/>
            <p:nvPr/>
          </p:nvGrpSpPr>
          <p:grpSpPr>
            <a:xfrm>
              <a:off x="2035534" y="1176793"/>
              <a:ext cx="3600000" cy="360000"/>
              <a:chOff x="2035534" y="1176793"/>
              <a:chExt cx="3600000" cy="360000"/>
            </a:xfrm>
          </p:grpSpPr>
          <p:grpSp>
            <p:nvGrpSpPr>
              <p:cNvPr id="9" name="Groupe 8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" name="Rectangle 4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" name="Rectangle 5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" name="Rectangle 7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0" name="Groupe 9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1" name="Rectangle 10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7" name="Groupe 16"/>
            <p:cNvGrpSpPr/>
            <p:nvPr/>
          </p:nvGrpSpPr>
          <p:grpSpPr>
            <a:xfrm>
              <a:off x="2035534" y="1536793"/>
              <a:ext cx="3600000" cy="360000"/>
              <a:chOff x="2035534" y="1176793"/>
              <a:chExt cx="3600000" cy="360000"/>
            </a:xfrm>
          </p:grpSpPr>
          <p:grpSp>
            <p:nvGrpSpPr>
              <p:cNvPr id="18" name="Groupe 17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5" name="Rectangle 24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" name="Rectangle 25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" name="Rectangle 26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8" name="Rectangle 27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9" name="Groupe 18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0" name="Rectangle 19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" name="Rectangle 20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" name="Rectangle 21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" name="Rectangle 22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" name="Rectangle 23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30" name="Groupe 29"/>
            <p:cNvGrpSpPr/>
            <p:nvPr/>
          </p:nvGrpSpPr>
          <p:grpSpPr>
            <a:xfrm>
              <a:off x="2035534" y="1896793"/>
              <a:ext cx="3600000" cy="360000"/>
              <a:chOff x="2035534" y="1176793"/>
              <a:chExt cx="3600000" cy="360000"/>
            </a:xfrm>
          </p:grpSpPr>
          <p:grpSp>
            <p:nvGrpSpPr>
              <p:cNvPr id="31" name="Groupe 30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Rectangle 40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2" name="Groupe 31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33" name="Rectangle 32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4" name="Rectangle 33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3" name="Groupe 42"/>
            <p:cNvGrpSpPr/>
            <p:nvPr/>
          </p:nvGrpSpPr>
          <p:grpSpPr>
            <a:xfrm>
              <a:off x="2035534" y="2256793"/>
              <a:ext cx="3600000" cy="360000"/>
              <a:chOff x="2035534" y="1176793"/>
              <a:chExt cx="3600000" cy="360000"/>
            </a:xfrm>
          </p:grpSpPr>
          <p:grpSp>
            <p:nvGrpSpPr>
              <p:cNvPr id="44" name="Groupe 43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51" name="Rectangle 50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2" name="Rectangle 51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3" name="Rectangle 52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4" name="Rectangle 53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Rectangle 54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45" name="Groupe 44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46" name="Rectangle 45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7" name="Rectangle 46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8" name="Rectangle 47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9" name="Rectangle 48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0" name="Rectangle 49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56" name="Groupe 55"/>
            <p:cNvGrpSpPr/>
            <p:nvPr/>
          </p:nvGrpSpPr>
          <p:grpSpPr>
            <a:xfrm>
              <a:off x="2035534" y="2616793"/>
              <a:ext cx="3600000" cy="360000"/>
              <a:chOff x="2035534" y="1176793"/>
              <a:chExt cx="3600000" cy="360000"/>
            </a:xfrm>
          </p:grpSpPr>
          <p:grpSp>
            <p:nvGrpSpPr>
              <p:cNvPr id="57" name="Groupe 56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64" name="Rectangle 63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5" name="Rectangle 64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6" name="Rectangle 65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7" name="Rectangle 66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8" name="Rectangle 67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8" name="Groupe 57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59" name="Rectangle 58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0" name="Rectangle 59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1" name="Rectangle 60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2" name="Rectangle 61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3" name="Rectangle 62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70" name="Groupe 69"/>
          <p:cNvGrpSpPr/>
          <p:nvPr/>
        </p:nvGrpSpPr>
        <p:grpSpPr>
          <a:xfrm>
            <a:off x="884062" y="2976793"/>
            <a:ext cx="3600000" cy="1800000"/>
            <a:chOff x="2035534" y="1176793"/>
            <a:chExt cx="3600000" cy="1800000"/>
          </a:xfrm>
        </p:grpSpPr>
        <p:grpSp>
          <p:nvGrpSpPr>
            <p:cNvPr id="71" name="Groupe 70"/>
            <p:cNvGrpSpPr/>
            <p:nvPr/>
          </p:nvGrpSpPr>
          <p:grpSpPr>
            <a:xfrm>
              <a:off x="2035534" y="1176793"/>
              <a:ext cx="3600000" cy="360000"/>
              <a:chOff x="2035534" y="1176793"/>
              <a:chExt cx="3600000" cy="360000"/>
            </a:xfrm>
          </p:grpSpPr>
          <p:grpSp>
            <p:nvGrpSpPr>
              <p:cNvPr id="124" name="Groupe 123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31" name="Rectangle 130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2" name="Rectangle 131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3" name="Rectangle 132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4" name="Rectangle 133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5" name="Rectangle 134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25" name="Groupe 124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26" name="Rectangle 125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7" name="Rectangle 126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8" name="Rectangle 127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9" name="Rectangle 128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0" name="Rectangle 129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72" name="Groupe 71"/>
            <p:cNvGrpSpPr/>
            <p:nvPr/>
          </p:nvGrpSpPr>
          <p:grpSpPr>
            <a:xfrm>
              <a:off x="2035534" y="1536793"/>
              <a:ext cx="3600000" cy="360000"/>
              <a:chOff x="2035534" y="1176793"/>
              <a:chExt cx="3600000" cy="360000"/>
            </a:xfrm>
          </p:grpSpPr>
          <p:grpSp>
            <p:nvGrpSpPr>
              <p:cNvPr id="112" name="Groupe 111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19" name="Rectangle 118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0" name="Rectangle 119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1" name="Rectangle 120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2" name="Rectangle 121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3" name="Rectangle 122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13" name="Groupe 112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14" name="Rectangle 113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5" name="Rectangle 114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6" name="Rectangle 115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7" name="Rectangle 116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8" name="Rectangle 117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73" name="Groupe 72"/>
            <p:cNvGrpSpPr/>
            <p:nvPr/>
          </p:nvGrpSpPr>
          <p:grpSpPr>
            <a:xfrm>
              <a:off x="2035534" y="1896793"/>
              <a:ext cx="3600000" cy="360000"/>
              <a:chOff x="2035534" y="1176793"/>
              <a:chExt cx="3600000" cy="360000"/>
            </a:xfrm>
          </p:grpSpPr>
          <p:grpSp>
            <p:nvGrpSpPr>
              <p:cNvPr id="100" name="Groupe 99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0" name="Rectangle 109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01" name="Groupe 100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02" name="Rectangle 101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3" name="Rectangle 102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4" name="Rectangle 103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5" name="Rectangle 104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6" name="Rectangle 105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74" name="Groupe 73"/>
            <p:cNvGrpSpPr/>
            <p:nvPr/>
          </p:nvGrpSpPr>
          <p:grpSpPr>
            <a:xfrm>
              <a:off x="2035534" y="2256793"/>
              <a:ext cx="3600000" cy="360000"/>
              <a:chOff x="2035534" y="1176793"/>
              <a:chExt cx="3600000" cy="360000"/>
            </a:xfrm>
          </p:grpSpPr>
          <p:grpSp>
            <p:nvGrpSpPr>
              <p:cNvPr id="88" name="Groupe 87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95" name="Rectangle 94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6" name="Rectangle 95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7" name="Rectangle 96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9" name="Rectangle 98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89" name="Groupe 88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90" name="Rectangle 89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1" name="Rectangle 90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2" name="Rectangle 91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4" name="Rectangle 93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75" name="Groupe 74"/>
            <p:cNvGrpSpPr/>
            <p:nvPr/>
          </p:nvGrpSpPr>
          <p:grpSpPr>
            <a:xfrm>
              <a:off x="2035534" y="2616793"/>
              <a:ext cx="3600000" cy="360000"/>
              <a:chOff x="2035534" y="1176793"/>
              <a:chExt cx="3600000" cy="360000"/>
            </a:xfrm>
          </p:grpSpPr>
          <p:grpSp>
            <p:nvGrpSpPr>
              <p:cNvPr id="76" name="Groupe 75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83" name="Rectangle 82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4" name="Rectangle 83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7" name="Rectangle 86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77" name="Groupe 76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sp>
        <p:nvSpPr>
          <p:cNvPr id="136" name="ZoneTexte 135"/>
          <p:cNvSpPr txBox="1"/>
          <p:nvPr/>
        </p:nvSpPr>
        <p:spPr>
          <a:xfrm>
            <a:off x="893892" y="793225"/>
            <a:ext cx="395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1     2     3     4    5     6    7     8    9    10</a:t>
            </a:r>
            <a:endParaRPr lang="fr-FR" dirty="0"/>
          </a:p>
        </p:txBody>
      </p:sp>
      <p:sp>
        <p:nvSpPr>
          <p:cNvPr id="138" name="Rectangle 137"/>
          <p:cNvSpPr/>
          <p:nvPr/>
        </p:nvSpPr>
        <p:spPr>
          <a:xfrm>
            <a:off x="-5211940" y="1176657"/>
            <a:ext cx="6096000" cy="36830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lnSpc>
                <a:spcPts val="2800"/>
              </a:lnSpc>
            </a:pPr>
            <a:r>
              <a:rPr lang="fr-FR" dirty="0"/>
              <a:t>1 </a:t>
            </a:r>
          </a:p>
          <a:p>
            <a:pPr algn="r">
              <a:lnSpc>
                <a:spcPts val="2800"/>
              </a:lnSpc>
            </a:pPr>
            <a:r>
              <a:rPr lang="fr-FR" dirty="0"/>
              <a:t>2 </a:t>
            </a:r>
          </a:p>
          <a:p>
            <a:pPr algn="r">
              <a:lnSpc>
                <a:spcPts val="2800"/>
              </a:lnSpc>
            </a:pPr>
            <a:r>
              <a:rPr lang="fr-FR" dirty="0"/>
              <a:t>3 </a:t>
            </a:r>
          </a:p>
          <a:p>
            <a:pPr algn="r">
              <a:lnSpc>
                <a:spcPts val="2800"/>
              </a:lnSpc>
            </a:pPr>
            <a:r>
              <a:rPr lang="fr-FR" dirty="0"/>
              <a:t>4 </a:t>
            </a:r>
          </a:p>
          <a:p>
            <a:pPr algn="r">
              <a:lnSpc>
                <a:spcPts val="2800"/>
              </a:lnSpc>
            </a:pPr>
            <a:r>
              <a:rPr lang="fr-FR" dirty="0"/>
              <a:t>5 </a:t>
            </a:r>
          </a:p>
          <a:p>
            <a:pPr algn="r">
              <a:lnSpc>
                <a:spcPts val="2800"/>
              </a:lnSpc>
            </a:pPr>
            <a:r>
              <a:rPr lang="fr-FR" dirty="0"/>
              <a:t>6 </a:t>
            </a:r>
          </a:p>
          <a:p>
            <a:pPr algn="r">
              <a:lnSpc>
                <a:spcPts val="2800"/>
              </a:lnSpc>
            </a:pPr>
            <a:r>
              <a:rPr lang="fr-FR" dirty="0"/>
              <a:t>7 </a:t>
            </a:r>
          </a:p>
          <a:p>
            <a:pPr algn="r">
              <a:lnSpc>
                <a:spcPts val="2800"/>
              </a:lnSpc>
            </a:pPr>
            <a:r>
              <a:rPr lang="fr-FR" dirty="0"/>
              <a:t>8 </a:t>
            </a:r>
          </a:p>
          <a:p>
            <a:pPr algn="r">
              <a:lnSpc>
                <a:spcPts val="2800"/>
              </a:lnSpc>
            </a:pPr>
            <a:r>
              <a:rPr lang="fr-FR" dirty="0"/>
              <a:t>9 </a:t>
            </a:r>
          </a:p>
          <a:p>
            <a:pPr algn="r">
              <a:lnSpc>
                <a:spcPts val="2800"/>
              </a:lnSpc>
            </a:pPr>
            <a:r>
              <a:rPr lang="fr-FR" dirty="0"/>
              <a:t>10</a:t>
            </a:r>
          </a:p>
        </p:txBody>
      </p:sp>
      <p:cxnSp>
        <p:nvCxnSpPr>
          <p:cNvPr id="140" name="Connecteur droit 139"/>
          <p:cNvCxnSpPr>
            <a:stCxn id="38" idx="1"/>
            <a:endCxn id="37" idx="3"/>
          </p:cNvCxnSpPr>
          <p:nvPr/>
        </p:nvCxnSpPr>
        <p:spPr>
          <a:xfrm>
            <a:off x="884062" y="2076793"/>
            <a:ext cx="3600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eur droit 142"/>
          <p:cNvCxnSpPr>
            <a:stCxn id="6" idx="0"/>
            <a:endCxn id="85" idx="2"/>
          </p:cNvCxnSpPr>
          <p:nvPr/>
        </p:nvCxnSpPr>
        <p:spPr>
          <a:xfrm>
            <a:off x="1784062" y="1176793"/>
            <a:ext cx="0" cy="360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890995" y="2443939"/>
            <a:ext cx="3600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eur droit 144"/>
          <p:cNvCxnSpPr/>
          <p:nvPr/>
        </p:nvCxnSpPr>
        <p:spPr>
          <a:xfrm>
            <a:off x="2156287" y="1162557"/>
            <a:ext cx="0" cy="360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eur droit 145"/>
          <p:cNvCxnSpPr/>
          <p:nvPr/>
        </p:nvCxnSpPr>
        <p:spPr>
          <a:xfrm>
            <a:off x="884060" y="4236793"/>
            <a:ext cx="3600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eur droit 146"/>
          <p:cNvCxnSpPr/>
          <p:nvPr/>
        </p:nvCxnSpPr>
        <p:spPr>
          <a:xfrm>
            <a:off x="3944062" y="1176793"/>
            <a:ext cx="0" cy="360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e 141"/>
          <p:cNvGrpSpPr/>
          <p:nvPr/>
        </p:nvGrpSpPr>
        <p:grpSpPr>
          <a:xfrm>
            <a:off x="7818280" y="1185254"/>
            <a:ext cx="3600000" cy="1800000"/>
            <a:chOff x="2035534" y="1176793"/>
            <a:chExt cx="3600000" cy="1800000"/>
          </a:xfrm>
        </p:grpSpPr>
        <p:grpSp>
          <p:nvGrpSpPr>
            <p:cNvPr id="148" name="Groupe 147"/>
            <p:cNvGrpSpPr/>
            <p:nvPr/>
          </p:nvGrpSpPr>
          <p:grpSpPr>
            <a:xfrm>
              <a:off x="2035534" y="1176793"/>
              <a:ext cx="3600000" cy="360000"/>
              <a:chOff x="2035534" y="1176793"/>
              <a:chExt cx="3600000" cy="360000"/>
            </a:xfrm>
          </p:grpSpPr>
          <p:grpSp>
            <p:nvGrpSpPr>
              <p:cNvPr id="201" name="Groupe 200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08" name="Rectangle 207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9" name="Rectangle 208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0" name="Rectangle 209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1" name="Rectangle 210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2" name="Rectangle 211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02" name="Groupe 201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03" name="Rectangle 202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4" name="Rectangle 203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5" name="Rectangle 204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6" name="Rectangle 205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7" name="Rectangle 206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49" name="Groupe 148"/>
            <p:cNvGrpSpPr/>
            <p:nvPr/>
          </p:nvGrpSpPr>
          <p:grpSpPr>
            <a:xfrm>
              <a:off x="2035534" y="1536793"/>
              <a:ext cx="3600000" cy="360000"/>
              <a:chOff x="2035534" y="1176793"/>
              <a:chExt cx="3600000" cy="360000"/>
            </a:xfrm>
          </p:grpSpPr>
          <p:grpSp>
            <p:nvGrpSpPr>
              <p:cNvPr id="189" name="Groupe 188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96" name="Rectangle 195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7" name="Rectangle 196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8" name="Rectangle 197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9" name="Rectangle 198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0" name="Rectangle 199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90" name="Groupe 189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91" name="Rectangle 190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2" name="Rectangle 191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3" name="Rectangle 192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4" name="Rectangle 193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5" name="Rectangle 194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50" name="Groupe 149"/>
            <p:cNvGrpSpPr/>
            <p:nvPr/>
          </p:nvGrpSpPr>
          <p:grpSpPr>
            <a:xfrm>
              <a:off x="2035534" y="1896793"/>
              <a:ext cx="3600000" cy="360000"/>
              <a:chOff x="2035534" y="1176793"/>
              <a:chExt cx="3600000" cy="360000"/>
            </a:xfrm>
          </p:grpSpPr>
          <p:grpSp>
            <p:nvGrpSpPr>
              <p:cNvPr id="177" name="Groupe 176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84" name="Rectangle 183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5" name="Rectangle 184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6" name="Rectangle 185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7" name="Rectangle 186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8" name="Rectangle 187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78" name="Groupe 177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79" name="Rectangle 178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0" name="Rectangle 179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1" name="Rectangle 180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2" name="Rectangle 181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3" name="Rectangle 182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51" name="Groupe 150"/>
            <p:cNvGrpSpPr/>
            <p:nvPr/>
          </p:nvGrpSpPr>
          <p:grpSpPr>
            <a:xfrm>
              <a:off x="2035534" y="2256793"/>
              <a:ext cx="3600000" cy="360000"/>
              <a:chOff x="2035534" y="1176793"/>
              <a:chExt cx="3600000" cy="360000"/>
            </a:xfrm>
          </p:grpSpPr>
          <p:grpSp>
            <p:nvGrpSpPr>
              <p:cNvPr id="165" name="Groupe 164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72" name="Rectangle 171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3" name="Rectangle 172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4" name="Rectangle 173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5" name="Rectangle 174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6" name="Rectangle 175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66" name="Groupe 165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67" name="Rectangle 166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68" name="Rectangle 167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69" name="Rectangle 168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0" name="Rectangle 169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1" name="Rectangle 170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52" name="Groupe 151"/>
            <p:cNvGrpSpPr/>
            <p:nvPr/>
          </p:nvGrpSpPr>
          <p:grpSpPr>
            <a:xfrm>
              <a:off x="2035534" y="2616793"/>
              <a:ext cx="3600000" cy="360000"/>
              <a:chOff x="2035534" y="1176793"/>
              <a:chExt cx="3600000" cy="360000"/>
            </a:xfrm>
          </p:grpSpPr>
          <p:grpSp>
            <p:nvGrpSpPr>
              <p:cNvPr id="153" name="Groupe 152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60" name="Rectangle 159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61" name="Rectangle 160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62" name="Rectangle 161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63" name="Rectangle 162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64" name="Rectangle 163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54" name="Groupe 153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55" name="Rectangle 154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6" name="Rectangle 155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7" name="Rectangle 156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8" name="Rectangle 157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9" name="Rectangle 158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213" name="Groupe 212"/>
          <p:cNvGrpSpPr/>
          <p:nvPr/>
        </p:nvGrpSpPr>
        <p:grpSpPr>
          <a:xfrm>
            <a:off x="7818280" y="2985254"/>
            <a:ext cx="3600000" cy="1800000"/>
            <a:chOff x="2035534" y="1176793"/>
            <a:chExt cx="3600000" cy="1800000"/>
          </a:xfrm>
        </p:grpSpPr>
        <p:grpSp>
          <p:nvGrpSpPr>
            <p:cNvPr id="214" name="Groupe 213"/>
            <p:cNvGrpSpPr/>
            <p:nvPr/>
          </p:nvGrpSpPr>
          <p:grpSpPr>
            <a:xfrm>
              <a:off x="2035534" y="1176793"/>
              <a:ext cx="3600000" cy="360000"/>
              <a:chOff x="2035534" y="1176793"/>
              <a:chExt cx="3600000" cy="360000"/>
            </a:xfrm>
          </p:grpSpPr>
          <p:grpSp>
            <p:nvGrpSpPr>
              <p:cNvPr id="267" name="Groupe 266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74" name="Rectangle 273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5" name="Rectangle 274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6" name="Rectangle 275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7" name="Rectangle 276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8" name="Rectangle 277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68" name="Groupe 267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69" name="Rectangle 268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0" name="Rectangle 269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1" name="Rectangle 270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2" name="Rectangle 271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3" name="Rectangle 272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215" name="Groupe 214"/>
            <p:cNvGrpSpPr/>
            <p:nvPr/>
          </p:nvGrpSpPr>
          <p:grpSpPr>
            <a:xfrm>
              <a:off x="2035534" y="1536793"/>
              <a:ext cx="3600000" cy="360000"/>
              <a:chOff x="2035534" y="1176793"/>
              <a:chExt cx="3600000" cy="360000"/>
            </a:xfrm>
          </p:grpSpPr>
          <p:grpSp>
            <p:nvGrpSpPr>
              <p:cNvPr id="255" name="Groupe 254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62" name="Rectangle 261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3" name="Rectangle 262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4" name="Rectangle 263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5" name="Rectangle 264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6" name="Rectangle 265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56" name="Groupe 255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57" name="Rectangle 256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8" name="Rectangle 257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9" name="Rectangle 258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0" name="Rectangle 259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1" name="Rectangle 260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216" name="Groupe 215"/>
            <p:cNvGrpSpPr/>
            <p:nvPr/>
          </p:nvGrpSpPr>
          <p:grpSpPr>
            <a:xfrm>
              <a:off x="2035534" y="1896793"/>
              <a:ext cx="3600000" cy="360000"/>
              <a:chOff x="2035534" y="1176793"/>
              <a:chExt cx="3600000" cy="360000"/>
            </a:xfrm>
          </p:grpSpPr>
          <p:grpSp>
            <p:nvGrpSpPr>
              <p:cNvPr id="243" name="Groupe 242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50" name="Rectangle 249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1" name="Rectangle 250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2" name="Rectangle 251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3" name="Rectangle 252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4" name="Rectangle 253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44" name="Groupe 243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45" name="Rectangle 244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6" name="Rectangle 245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7" name="Rectangle 246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8" name="Rectangle 247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9" name="Rectangle 248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217" name="Groupe 216"/>
            <p:cNvGrpSpPr/>
            <p:nvPr/>
          </p:nvGrpSpPr>
          <p:grpSpPr>
            <a:xfrm>
              <a:off x="2035534" y="2256793"/>
              <a:ext cx="3600000" cy="360000"/>
              <a:chOff x="2035534" y="1176793"/>
              <a:chExt cx="3600000" cy="360000"/>
            </a:xfrm>
          </p:grpSpPr>
          <p:grpSp>
            <p:nvGrpSpPr>
              <p:cNvPr id="231" name="Groupe 230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38" name="Rectangle 237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9" name="Rectangle 238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0" name="Rectangle 239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1" name="Rectangle 240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2" name="Rectangle 241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32" name="Groupe 231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33" name="Rectangle 232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4" name="Rectangle 233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5" name="Rectangle 234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6" name="Rectangle 235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7" name="Rectangle 236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218" name="Groupe 217"/>
            <p:cNvGrpSpPr/>
            <p:nvPr/>
          </p:nvGrpSpPr>
          <p:grpSpPr>
            <a:xfrm>
              <a:off x="2035534" y="2616793"/>
              <a:ext cx="3600000" cy="360000"/>
              <a:chOff x="2035534" y="1176793"/>
              <a:chExt cx="3600000" cy="360000"/>
            </a:xfrm>
          </p:grpSpPr>
          <p:grpSp>
            <p:nvGrpSpPr>
              <p:cNvPr id="219" name="Groupe 218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26" name="Rectangle 225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7" name="Rectangle 226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8" name="Rectangle 227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9" name="Rectangle 228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0" name="Rectangle 229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20" name="Groupe 219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21" name="Rectangle 220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2" name="Rectangle 221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3" name="Rectangle 222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4" name="Rectangle 223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5" name="Rectangle 224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cxnSp>
        <p:nvCxnSpPr>
          <p:cNvPr id="279" name="Connecteur droit 278"/>
          <p:cNvCxnSpPr>
            <a:stCxn id="184" idx="1"/>
            <a:endCxn id="183" idx="3"/>
          </p:cNvCxnSpPr>
          <p:nvPr/>
        </p:nvCxnSpPr>
        <p:spPr>
          <a:xfrm>
            <a:off x="7818280" y="2085254"/>
            <a:ext cx="3600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eur droit 279"/>
          <p:cNvCxnSpPr>
            <a:stCxn id="210" idx="0"/>
            <a:endCxn id="228" idx="2"/>
          </p:cNvCxnSpPr>
          <p:nvPr/>
        </p:nvCxnSpPr>
        <p:spPr>
          <a:xfrm>
            <a:off x="8718280" y="1185254"/>
            <a:ext cx="0" cy="360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necteur droit 280"/>
          <p:cNvCxnSpPr/>
          <p:nvPr/>
        </p:nvCxnSpPr>
        <p:spPr>
          <a:xfrm>
            <a:off x="7825213" y="2452400"/>
            <a:ext cx="3600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necteur droit 281"/>
          <p:cNvCxnSpPr/>
          <p:nvPr/>
        </p:nvCxnSpPr>
        <p:spPr>
          <a:xfrm>
            <a:off x="9090505" y="1171018"/>
            <a:ext cx="0" cy="360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necteur droit 282"/>
          <p:cNvCxnSpPr/>
          <p:nvPr/>
        </p:nvCxnSpPr>
        <p:spPr>
          <a:xfrm>
            <a:off x="7818278" y="4245254"/>
            <a:ext cx="3600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onnecteur droit 283"/>
          <p:cNvCxnSpPr/>
          <p:nvPr/>
        </p:nvCxnSpPr>
        <p:spPr>
          <a:xfrm>
            <a:off x="10878280" y="1185254"/>
            <a:ext cx="0" cy="360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062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ZoneTexte 135"/>
          <p:cNvSpPr txBox="1"/>
          <p:nvPr/>
        </p:nvSpPr>
        <p:spPr>
          <a:xfrm>
            <a:off x="3446670" y="3907418"/>
            <a:ext cx="3952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1     2     </a:t>
            </a:r>
            <a:r>
              <a:rPr lang="fr-FR" dirty="0" smtClean="0"/>
              <a:t>      </a:t>
            </a:r>
            <a:r>
              <a:rPr lang="fr-FR" dirty="0"/>
              <a:t> </a:t>
            </a:r>
            <a:r>
              <a:rPr lang="fr-FR" dirty="0" smtClean="0"/>
              <a:t>    </a:t>
            </a:r>
            <a:r>
              <a:rPr lang="fr-FR" dirty="0" smtClean="0"/>
              <a:t>5     6    7     8    </a:t>
            </a:r>
            <a:r>
              <a:rPr lang="fr-FR" dirty="0" smtClean="0"/>
              <a:t>     </a:t>
            </a:r>
            <a:r>
              <a:rPr lang="fr-FR" dirty="0" smtClean="0"/>
              <a:t>10</a:t>
            </a:r>
            <a:endParaRPr lang="fr-FR" dirty="0"/>
          </a:p>
        </p:txBody>
      </p:sp>
      <p:sp>
        <p:nvSpPr>
          <p:cNvPr id="138" name="Rectangle 137"/>
          <p:cNvSpPr/>
          <p:nvPr/>
        </p:nvSpPr>
        <p:spPr>
          <a:xfrm>
            <a:off x="5077093" y="249684"/>
            <a:ext cx="6096000" cy="36830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lnSpc>
                <a:spcPts val="2800"/>
              </a:lnSpc>
            </a:pPr>
            <a:r>
              <a:rPr lang="fr-FR" dirty="0"/>
              <a:t>1 </a:t>
            </a:r>
          </a:p>
          <a:p>
            <a:pPr algn="r">
              <a:lnSpc>
                <a:spcPts val="2800"/>
              </a:lnSpc>
            </a:pPr>
            <a:r>
              <a:rPr lang="fr-FR" dirty="0"/>
              <a:t>2 </a:t>
            </a:r>
          </a:p>
          <a:p>
            <a:pPr algn="r">
              <a:lnSpc>
                <a:spcPts val="2800"/>
              </a:lnSpc>
            </a:pPr>
            <a:r>
              <a:rPr lang="fr-FR" dirty="0" smtClean="0"/>
              <a:t> </a:t>
            </a:r>
            <a:endParaRPr lang="fr-FR" dirty="0"/>
          </a:p>
          <a:p>
            <a:pPr algn="r">
              <a:lnSpc>
                <a:spcPts val="2800"/>
              </a:lnSpc>
            </a:pPr>
            <a:r>
              <a:rPr lang="fr-FR" dirty="0" smtClean="0"/>
              <a:t> </a:t>
            </a:r>
            <a:endParaRPr lang="fr-FR" dirty="0"/>
          </a:p>
          <a:p>
            <a:pPr algn="r">
              <a:lnSpc>
                <a:spcPts val="2800"/>
              </a:lnSpc>
            </a:pPr>
            <a:r>
              <a:rPr lang="fr-FR" dirty="0"/>
              <a:t>5 </a:t>
            </a:r>
          </a:p>
          <a:p>
            <a:pPr algn="r">
              <a:lnSpc>
                <a:spcPts val="2800"/>
              </a:lnSpc>
            </a:pPr>
            <a:r>
              <a:rPr lang="fr-FR" dirty="0"/>
              <a:t>6 </a:t>
            </a:r>
          </a:p>
          <a:p>
            <a:pPr algn="r">
              <a:lnSpc>
                <a:spcPts val="2800"/>
              </a:lnSpc>
            </a:pPr>
            <a:r>
              <a:rPr lang="fr-FR" dirty="0"/>
              <a:t>7 </a:t>
            </a:r>
          </a:p>
          <a:p>
            <a:pPr algn="r">
              <a:lnSpc>
                <a:spcPts val="2800"/>
              </a:lnSpc>
            </a:pPr>
            <a:r>
              <a:rPr lang="fr-FR" dirty="0"/>
              <a:t>8 </a:t>
            </a:r>
          </a:p>
          <a:p>
            <a:pPr algn="r">
              <a:lnSpc>
                <a:spcPts val="2800"/>
              </a:lnSpc>
            </a:pPr>
            <a:r>
              <a:rPr lang="fr-FR" dirty="0" smtClean="0"/>
              <a:t> </a:t>
            </a:r>
            <a:endParaRPr lang="fr-FR" dirty="0"/>
          </a:p>
          <a:p>
            <a:pPr algn="r">
              <a:lnSpc>
                <a:spcPts val="2800"/>
              </a:lnSpc>
            </a:pPr>
            <a:r>
              <a:rPr lang="fr-FR" dirty="0"/>
              <a:t>10</a:t>
            </a:r>
          </a:p>
        </p:txBody>
      </p:sp>
      <p:grpSp>
        <p:nvGrpSpPr>
          <p:cNvPr id="142" name="Groupe 141"/>
          <p:cNvGrpSpPr/>
          <p:nvPr/>
        </p:nvGrpSpPr>
        <p:grpSpPr>
          <a:xfrm>
            <a:off x="7225093" y="321654"/>
            <a:ext cx="3600000" cy="1800000"/>
            <a:chOff x="2035534" y="1176793"/>
            <a:chExt cx="3600000" cy="1800000"/>
          </a:xfrm>
        </p:grpSpPr>
        <p:grpSp>
          <p:nvGrpSpPr>
            <p:cNvPr id="148" name="Groupe 147"/>
            <p:cNvGrpSpPr/>
            <p:nvPr/>
          </p:nvGrpSpPr>
          <p:grpSpPr>
            <a:xfrm>
              <a:off x="2035534" y="1176793"/>
              <a:ext cx="3600000" cy="360000"/>
              <a:chOff x="2035534" y="1176793"/>
              <a:chExt cx="3600000" cy="360000"/>
            </a:xfrm>
          </p:grpSpPr>
          <p:grpSp>
            <p:nvGrpSpPr>
              <p:cNvPr id="201" name="Groupe 200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08" name="Rectangle 207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9" name="Rectangle 208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0" name="Rectangle 209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1" name="Rectangle 210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2" name="Rectangle 211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02" name="Groupe 201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03" name="Rectangle 202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4" name="Rectangle 203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5" name="Rectangle 204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6" name="Rectangle 205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7" name="Rectangle 206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49" name="Groupe 148"/>
            <p:cNvGrpSpPr/>
            <p:nvPr/>
          </p:nvGrpSpPr>
          <p:grpSpPr>
            <a:xfrm>
              <a:off x="2035534" y="1536793"/>
              <a:ext cx="3600000" cy="360000"/>
              <a:chOff x="2035534" y="1176793"/>
              <a:chExt cx="3600000" cy="360000"/>
            </a:xfrm>
          </p:grpSpPr>
          <p:grpSp>
            <p:nvGrpSpPr>
              <p:cNvPr id="189" name="Groupe 188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96" name="Rectangle 195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7" name="Rectangle 196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8" name="Rectangle 197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9" name="Rectangle 198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0" name="Rectangle 199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90" name="Groupe 189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91" name="Rectangle 190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2" name="Rectangle 191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3" name="Rectangle 192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4" name="Rectangle 193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5" name="Rectangle 194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50" name="Groupe 149"/>
            <p:cNvGrpSpPr/>
            <p:nvPr/>
          </p:nvGrpSpPr>
          <p:grpSpPr>
            <a:xfrm>
              <a:off x="2035534" y="1896793"/>
              <a:ext cx="3600000" cy="360000"/>
              <a:chOff x="2035534" y="1176793"/>
              <a:chExt cx="3600000" cy="360000"/>
            </a:xfrm>
          </p:grpSpPr>
          <p:grpSp>
            <p:nvGrpSpPr>
              <p:cNvPr id="177" name="Groupe 176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84" name="Rectangle 183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5" name="Rectangle 184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6" name="Rectangle 185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7" name="Rectangle 186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8" name="Rectangle 187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78" name="Groupe 177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79" name="Rectangle 178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0" name="Rectangle 179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1" name="Rectangle 180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2" name="Rectangle 181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83" name="Rectangle 182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51" name="Groupe 150"/>
            <p:cNvGrpSpPr/>
            <p:nvPr/>
          </p:nvGrpSpPr>
          <p:grpSpPr>
            <a:xfrm>
              <a:off x="2035534" y="2256793"/>
              <a:ext cx="3600000" cy="360000"/>
              <a:chOff x="2035534" y="1176793"/>
              <a:chExt cx="3600000" cy="360000"/>
            </a:xfrm>
          </p:grpSpPr>
          <p:grpSp>
            <p:nvGrpSpPr>
              <p:cNvPr id="165" name="Groupe 164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72" name="Rectangle 171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3" name="Rectangle 172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4" name="Rectangle 173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5" name="Rectangle 174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6" name="Rectangle 175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66" name="Groupe 165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67" name="Rectangle 166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68" name="Rectangle 167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69" name="Rectangle 168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0" name="Rectangle 169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71" name="Rectangle 170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52" name="Groupe 151"/>
            <p:cNvGrpSpPr/>
            <p:nvPr/>
          </p:nvGrpSpPr>
          <p:grpSpPr>
            <a:xfrm>
              <a:off x="2035534" y="2616793"/>
              <a:ext cx="3600000" cy="360000"/>
              <a:chOff x="2035534" y="1176793"/>
              <a:chExt cx="3600000" cy="360000"/>
            </a:xfrm>
          </p:grpSpPr>
          <p:grpSp>
            <p:nvGrpSpPr>
              <p:cNvPr id="153" name="Groupe 152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60" name="Rectangle 159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61" name="Rectangle 160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62" name="Rectangle 161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63" name="Rectangle 162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64" name="Rectangle 163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54" name="Groupe 153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155" name="Rectangle 154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6" name="Rectangle 155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7" name="Rectangle 156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8" name="Rectangle 157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9" name="Rectangle 158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213" name="Groupe 212"/>
          <p:cNvGrpSpPr/>
          <p:nvPr/>
        </p:nvGrpSpPr>
        <p:grpSpPr>
          <a:xfrm>
            <a:off x="7225093" y="2121654"/>
            <a:ext cx="3600000" cy="1800000"/>
            <a:chOff x="2035534" y="1176793"/>
            <a:chExt cx="3600000" cy="1800000"/>
          </a:xfrm>
        </p:grpSpPr>
        <p:grpSp>
          <p:nvGrpSpPr>
            <p:cNvPr id="214" name="Groupe 213"/>
            <p:cNvGrpSpPr/>
            <p:nvPr/>
          </p:nvGrpSpPr>
          <p:grpSpPr>
            <a:xfrm>
              <a:off x="2035534" y="1176793"/>
              <a:ext cx="3600000" cy="360000"/>
              <a:chOff x="2035534" y="1176793"/>
              <a:chExt cx="3600000" cy="360000"/>
            </a:xfrm>
          </p:grpSpPr>
          <p:grpSp>
            <p:nvGrpSpPr>
              <p:cNvPr id="267" name="Groupe 266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74" name="Rectangle 273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5" name="Rectangle 274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6" name="Rectangle 275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7" name="Rectangle 276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8" name="Rectangle 277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68" name="Groupe 267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69" name="Rectangle 268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0" name="Rectangle 269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1" name="Rectangle 270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2" name="Rectangle 271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3" name="Rectangle 272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215" name="Groupe 214"/>
            <p:cNvGrpSpPr/>
            <p:nvPr/>
          </p:nvGrpSpPr>
          <p:grpSpPr>
            <a:xfrm>
              <a:off x="2035534" y="1536793"/>
              <a:ext cx="3600000" cy="360000"/>
              <a:chOff x="2035534" y="1176793"/>
              <a:chExt cx="3600000" cy="360000"/>
            </a:xfrm>
          </p:grpSpPr>
          <p:grpSp>
            <p:nvGrpSpPr>
              <p:cNvPr id="255" name="Groupe 254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62" name="Rectangle 261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3" name="Rectangle 262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4" name="Rectangle 263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5" name="Rectangle 264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6" name="Rectangle 265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56" name="Groupe 255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57" name="Rectangle 256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8" name="Rectangle 257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9" name="Rectangle 258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0" name="Rectangle 259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1" name="Rectangle 260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216" name="Groupe 215"/>
            <p:cNvGrpSpPr/>
            <p:nvPr/>
          </p:nvGrpSpPr>
          <p:grpSpPr>
            <a:xfrm>
              <a:off x="2035534" y="1896793"/>
              <a:ext cx="3600000" cy="360000"/>
              <a:chOff x="2035534" y="1176793"/>
              <a:chExt cx="3600000" cy="360000"/>
            </a:xfrm>
          </p:grpSpPr>
          <p:grpSp>
            <p:nvGrpSpPr>
              <p:cNvPr id="243" name="Groupe 242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50" name="Rectangle 249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1" name="Rectangle 250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2" name="Rectangle 251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3" name="Rectangle 252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4" name="Rectangle 253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44" name="Groupe 243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45" name="Rectangle 244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6" name="Rectangle 245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7" name="Rectangle 246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8" name="Rectangle 247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9" name="Rectangle 248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217" name="Groupe 216"/>
            <p:cNvGrpSpPr/>
            <p:nvPr/>
          </p:nvGrpSpPr>
          <p:grpSpPr>
            <a:xfrm>
              <a:off x="2035534" y="2256793"/>
              <a:ext cx="3600000" cy="360000"/>
              <a:chOff x="2035534" y="1176793"/>
              <a:chExt cx="3600000" cy="360000"/>
            </a:xfrm>
          </p:grpSpPr>
          <p:grpSp>
            <p:nvGrpSpPr>
              <p:cNvPr id="231" name="Groupe 230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38" name="Rectangle 237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9" name="Rectangle 238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0" name="Rectangle 239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1" name="Rectangle 240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2" name="Rectangle 241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32" name="Groupe 231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33" name="Rectangle 232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4" name="Rectangle 233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5" name="Rectangle 234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6" name="Rectangle 235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7" name="Rectangle 236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218" name="Groupe 217"/>
            <p:cNvGrpSpPr/>
            <p:nvPr/>
          </p:nvGrpSpPr>
          <p:grpSpPr>
            <a:xfrm>
              <a:off x="2035534" y="2616793"/>
              <a:ext cx="3600000" cy="360000"/>
              <a:chOff x="2035534" y="1176793"/>
              <a:chExt cx="3600000" cy="360000"/>
            </a:xfrm>
          </p:grpSpPr>
          <p:grpSp>
            <p:nvGrpSpPr>
              <p:cNvPr id="219" name="Groupe 218"/>
              <p:cNvGrpSpPr/>
              <p:nvPr/>
            </p:nvGrpSpPr>
            <p:grpSpPr>
              <a:xfrm>
                <a:off x="20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26" name="Rectangle 225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7" name="Rectangle 226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8" name="Rectangle 227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9" name="Rectangle 228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0" name="Rectangle 229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20" name="Groupe 219"/>
              <p:cNvGrpSpPr/>
              <p:nvPr/>
            </p:nvGrpSpPr>
            <p:grpSpPr>
              <a:xfrm>
                <a:off x="3835534" y="1176793"/>
                <a:ext cx="1800000" cy="360000"/>
                <a:chOff x="2035534" y="1176793"/>
                <a:chExt cx="1800000" cy="360000"/>
              </a:xfrm>
            </p:grpSpPr>
            <p:sp>
              <p:nvSpPr>
                <p:cNvPr id="221" name="Rectangle 220"/>
                <p:cNvSpPr/>
                <p:nvPr/>
              </p:nvSpPr>
              <p:spPr>
                <a:xfrm>
                  <a:off x="203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2" name="Rectangle 221"/>
                <p:cNvSpPr/>
                <p:nvPr/>
              </p:nvSpPr>
              <p:spPr>
                <a:xfrm>
                  <a:off x="239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3" name="Rectangle 222"/>
                <p:cNvSpPr/>
                <p:nvPr/>
              </p:nvSpPr>
              <p:spPr>
                <a:xfrm>
                  <a:off x="275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4" name="Rectangle 223"/>
                <p:cNvSpPr/>
                <p:nvPr/>
              </p:nvSpPr>
              <p:spPr>
                <a:xfrm>
                  <a:off x="311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5" name="Rectangle 224"/>
                <p:cNvSpPr/>
                <p:nvPr/>
              </p:nvSpPr>
              <p:spPr>
                <a:xfrm>
                  <a:off x="3475534" y="1176793"/>
                  <a:ext cx="360000" cy="3600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</p:grpSp>
      <p:cxnSp>
        <p:nvCxnSpPr>
          <p:cNvPr id="279" name="Connecteur droit 278"/>
          <p:cNvCxnSpPr>
            <a:stCxn id="184" idx="1"/>
            <a:endCxn id="183" idx="3"/>
          </p:cNvCxnSpPr>
          <p:nvPr/>
        </p:nvCxnSpPr>
        <p:spPr>
          <a:xfrm>
            <a:off x="7225093" y="1221654"/>
            <a:ext cx="3600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necteur droit 279"/>
          <p:cNvCxnSpPr>
            <a:stCxn id="210" idx="0"/>
            <a:endCxn id="228" idx="2"/>
          </p:cNvCxnSpPr>
          <p:nvPr/>
        </p:nvCxnSpPr>
        <p:spPr>
          <a:xfrm>
            <a:off x="8125093" y="321654"/>
            <a:ext cx="0" cy="360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Connecteur droit 280"/>
          <p:cNvCxnSpPr/>
          <p:nvPr/>
        </p:nvCxnSpPr>
        <p:spPr>
          <a:xfrm>
            <a:off x="7232026" y="1588800"/>
            <a:ext cx="3600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Connecteur droit 281"/>
          <p:cNvCxnSpPr/>
          <p:nvPr/>
        </p:nvCxnSpPr>
        <p:spPr>
          <a:xfrm>
            <a:off x="8497318" y="307418"/>
            <a:ext cx="0" cy="360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necteur droit 282"/>
          <p:cNvCxnSpPr/>
          <p:nvPr/>
        </p:nvCxnSpPr>
        <p:spPr>
          <a:xfrm>
            <a:off x="7225091" y="3381654"/>
            <a:ext cx="3600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Connecteur droit 283"/>
          <p:cNvCxnSpPr/>
          <p:nvPr/>
        </p:nvCxnSpPr>
        <p:spPr>
          <a:xfrm>
            <a:off x="10285093" y="321654"/>
            <a:ext cx="0" cy="36000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49032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37</Words>
  <Application>Microsoft Office PowerPoint</Application>
  <PresentationFormat>Grand écran</PresentationFormat>
  <Paragraphs>22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jean-christophe toussaint</dc:creator>
  <cp:lastModifiedBy>jean-christophe toussaint</cp:lastModifiedBy>
  <cp:revision>5</cp:revision>
  <dcterms:created xsi:type="dcterms:W3CDTF">2021-12-13T16:00:26Z</dcterms:created>
  <dcterms:modified xsi:type="dcterms:W3CDTF">2021-12-14T10:02:16Z</dcterms:modified>
</cp:coreProperties>
</file>