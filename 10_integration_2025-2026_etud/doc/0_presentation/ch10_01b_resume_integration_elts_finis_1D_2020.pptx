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22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65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71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1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1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92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30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64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4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07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48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64EA0-1555-4C98-8156-A35B47D31063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9675D-8720-4731-ADCB-7172826B39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3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499480"/>
              </p:ext>
            </p:extLst>
          </p:nvPr>
        </p:nvGraphicFramePr>
        <p:xfrm>
          <a:off x="8389535" y="4959471"/>
          <a:ext cx="21669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3174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535" y="4959471"/>
                        <a:ext cx="2166938" cy="774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914906"/>
              </p:ext>
            </p:extLst>
          </p:nvPr>
        </p:nvGraphicFramePr>
        <p:xfrm>
          <a:off x="3289618" y="935037"/>
          <a:ext cx="452120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5" imgW="2514600" imgH="469800" progId="Equation.DSMT4">
                  <p:embed/>
                </p:oleObj>
              </mc:Choice>
              <mc:Fallback>
                <p:oleObj name="Equation" r:id="rId5" imgW="2514600" imgH="469800" progId="Equation.DSMT4">
                  <p:embed/>
                  <p:pic>
                    <p:nvPicPr>
                      <p:cNvPr id="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618" y="935037"/>
                        <a:ext cx="4521200" cy="8429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618308" y="1040073"/>
            <a:ext cx="2018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Par définition :</a:t>
            </a:r>
            <a:endParaRPr lang="fr-FR" sz="2400" dirty="0"/>
          </a:p>
        </p:txBody>
      </p:sp>
      <p:sp>
        <p:nvSpPr>
          <p:cNvPr id="8" name="ZoneTexte 7"/>
          <p:cNvSpPr txBox="1"/>
          <p:nvPr/>
        </p:nvSpPr>
        <p:spPr>
          <a:xfrm>
            <a:off x="618308" y="2631583"/>
            <a:ext cx="8117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Approximation : on remplace Q(x(u)) par son interpolée linéaire</a:t>
            </a:r>
            <a:endParaRPr lang="fr-FR" sz="24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073600"/>
              </p:ext>
            </p:extLst>
          </p:nvPr>
        </p:nvGraphicFramePr>
        <p:xfrm>
          <a:off x="3375073" y="1864231"/>
          <a:ext cx="26035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7" imgW="1447560" imgH="393480" progId="Equation.DSMT4">
                  <p:embed/>
                </p:oleObj>
              </mc:Choice>
              <mc:Fallback>
                <p:oleObj name="Equation" r:id="rId7" imgW="1447560" imgH="39348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73" y="1864231"/>
                        <a:ext cx="2603500" cy="7064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2637130" y="203278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où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288193" y="1989757"/>
            <a:ext cx="526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  <a:r>
              <a:rPr lang="fr-FR" dirty="0" smtClean="0"/>
              <a:t>épend généralement de u </a:t>
            </a:r>
            <a:endParaRPr lang="fr-FR" dirty="0"/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012038"/>
              </p:ext>
            </p:extLst>
          </p:nvPr>
        </p:nvGraphicFramePr>
        <p:xfrm>
          <a:off x="1376363" y="3296285"/>
          <a:ext cx="63468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9" imgW="3530520" imgH="431640" progId="Equation.DSMT4">
                  <p:embed/>
                </p:oleObj>
              </mc:Choice>
              <mc:Fallback>
                <p:oleObj name="Equation" r:id="rId9" imgW="3530520" imgH="43164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296285"/>
                        <a:ext cx="6346825" cy="774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8238309" y="3303012"/>
            <a:ext cx="3319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Où NBN est le nombre de </a:t>
            </a:r>
            <a:r>
              <a:rPr lang="fr-FR" dirty="0" err="1" smtClean="0"/>
              <a:t>noeuds</a:t>
            </a:r>
            <a:endParaRPr lang="fr-FR" dirty="0" smtClean="0"/>
          </a:p>
          <a:p>
            <a:r>
              <a:rPr lang="fr-FR" dirty="0" smtClean="0"/>
              <a:t>(I</a:t>
            </a:r>
            <a:r>
              <a:rPr lang="fr-FR" smtClean="0"/>
              <a:t>, II) de </a:t>
            </a:r>
            <a:r>
              <a:rPr lang="fr-FR" dirty="0" smtClean="0"/>
              <a:t>l’élément</a:t>
            </a:r>
            <a:endParaRPr lang="fr-FR" dirty="0"/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59328"/>
              </p:ext>
            </p:extLst>
          </p:nvPr>
        </p:nvGraphicFramePr>
        <p:xfrm>
          <a:off x="1491161" y="5022896"/>
          <a:ext cx="565943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11" imgW="3149280" imgH="482400" progId="Equation.DSMT4">
                  <p:embed/>
                </p:oleObj>
              </mc:Choice>
              <mc:Fallback>
                <p:oleObj name="Equation" r:id="rId11" imgW="3149280" imgH="4824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161" y="5022896"/>
                        <a:ext cx="5659438" cy="8683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ZoneTexte 14"/>
          <p:cNvSpPr txBox="1"/>
          <p:nvPr/>
        </p:nvSpPr>
        <p:spPr>
          <a:xfrm>
            <a:off x="1376363" y="5974080"/>
            <a:ext cx="527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Où NPI est le nombre de points d’intégration de Gauss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618308" y="4539414"/>
            <a:ext cx="6808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Calcul de l’intégrale sur le domaine [-1, 1] avec Gauss</a:t>
            </a:r>
            <a:endParaRPr lang="fr-FR" sz="2400" dirty="0"/>
          </a:p>
        </p:txBody>
      </p:sp>
      <p:grpSp>
        <p:nvGrpSpPr>
          <p:cNvPr id="18" name="Group 39"/>
          <p:cNvGrpSpPr>
            <a:grpSpLocks/>
          </p:cNvGrpSpPr>
          <p:nvPr/>
        </p:nvGrpSpPr>
        <p:grpSpPr bwMode="auto">
          <a:xfrm>
            <a:off x="8922935" y="754047"/>
            <a:ext cx="2327275" cy="1016000"/>
            <a:chOff x="4317" y="2568"/>
            <a:chExt cx="1466" cy="640"/>
          </a:xfrm>
        </p:grpSpPr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5587" y="266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000"/>
                <a:t>u</a:t>
              </a: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4408" y="2841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5451" y="2841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fr-FR" altLang="fr-FR" sz="2400"/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4317" y="2977"/>
              <a:ext cx="1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Arial" panose="020B0604020202020204" pitchFamily="34" charset="0"/>
                </a:rPr>
                <a:t>-1                      +1</a:t>
              </a: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4862" y="265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4317" y="2568"/>
              <a:ext cx="2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 dirty="0" smtClean="0">
                  <a:latin typeface="Arial" panose="020B0604020202020204" pitchFamily="34" charset="0"/>
                  <a:sym typeface="Wingdings" panose="05000000000000000000" pitchFamily="2" charset="2"/>
                </a:rPr>
                <a:t> I</a:t>
              </a:r>
              <a:endParaRPr lang="fr-FR" altLang="fr-FR" sz="2400" dirty="0">
                <a:latin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Text Box 30"/>
            <p:cNvSpPr txBox="1">
              <a:spLocks noChangeArrowheads="1"/>
            </p:cNvSpPr>
            <p:nvPr/>
          </p:nvSpPr>
          <p:spPr bwMode="auto">
            <a:xfrm>
              <a:off x="5346" y="2569"/>
              <a:ext cx="2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 dirty="0" smtClean="0">
                  <a:latin typeface="Arial" panose="020B0604020202020204" pitchFamily="34" charset="0"/>
                  <a:sym typeface="Wingdings" panose="05000000000000000000" pitchFamily="2" charset="2"/>
                </a:rPr>
                <a:t> II</a:t>
              </a:r>
              <a:endParaRPr lang="fr-FR" altLang="fr-FR" sz="2400" dirty="0">
                <a:latin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6" name="Group 31"/>
            <p:cNvGrpSpPr>
              <a:grpSpLocks/>
            </p:cNvGrpSpPr>
            <p:nvPr/>
          </p:nvGrpSpPr>
          <p:grpSpPr bwMode="auto">
            <a:xfrm>
              <a:off x="4454" y="2864"/>
              <a:ext cx="1179" cy="68"/>
              <a:chOff x="4332" y="3226"/>
              <a:chExt cx="1179" cy="68"/>
            </a:xfrm>
          </p:grpSpPr>
          <p:sp>
            <p:nvSpPr>
              <p:cNvPr id="27" name="Line 32"/>
              <p:cNvSpPr>
                <a:spLocks noChangeShapeType="1"/>
              </p:cNvSpPr>
              <p:nvPr/>
            </p:nvSpPr>
            <p:spPr bwMode="auto">
              <a:xfrm>
                <a:off x="4332" y="3249"/>
                <a:ext cx="117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Oval 33"/>
              <p:cNvSpPr>
                <a:spLocks noChangeArrowheads="1"/>
              </p:cNvSpPr>
              <p:nvPr/>
            </p:nvSpPr>
            <p:spPr bwMode="auto">
              <a:xfrm>
                <a:off x="4557" y="3226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  <p:sp>
            <p:nvSpPr>
              <p:cNvPr id="29" name="Oval 34"/>
              <p:cNvSpPr>
                <a:spLocks noChangeArrowheads="1"/>
              </p:cNvSpPr>
              <p:nvPr/>
            </p:nvSpPr>
            <p:spPr bwMode="auto">
              <a:xfrm>
                <a:off x="5080" y="3226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fr-FR" altLang="fr-FR" sz="2400"/>
              </a:p>
            </p:txBody>
          </p:sp>
        </p:grpSp>
      </p:grpSp>
      <p:sp>
        <p:nvSpPr>
          <p:cNvPr id="17" name="ZoneTexte 16"/>
          <p:cNvSpPr txBox="1"/>
          <p:nvPr/>
        </p:nvSpPr>
        <p:spPr>
          <a:xfrm>
            <a:off x="681264" y="203716"/>
            <a:ext cx="10246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Résumé : intégration d’une interpolée sur un élément fini P1</a:t>
            </a:r>
            <a:endParaRPr lang="fr-FR" sz="3200" dirty="0"/>
          </a:p>
        </p:txBody>
      </p:sp>
      <p:sp>
        <p:nvSpPr>
          <p:cNvPr id="31" name="ZoneTexte 30"/>
          <p:cNvSpPr txBox="1"/>
          <p:nvPr/>
        </p:nvSpPr>
        <p:spPr>
          <a:xfrm>
            <a:off x="6288193" y="2309569"/>
            <a:ext cx="437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x</a:t>
            </a:r>
            <a:r>
              <a:rPr lang="fr-FR" baseline="-25000" dirty="0" err="1" smtClean="0"/>
              <a:t>I</a:t>
            </a:r>
            <a:r>
              <a:rPr lang="fr-FR" dirty="0" smtClean="0"/>
              <a:t> et </a:t>
            </a:r>
            <a:r>
              <a:rPr lang="fr-FR" dirty="0" err="1" smtClean="0"/>
              <a:t>x</a:t>
            </a:r>
            <a:r>
              <a:rPr lang="fr-FR" baseline="-25000" dirty="0" err="1" smtClean="0"/>
              <a:t>II</a:t>
            </a:r>
            <a:r>
              <a:rPr lang="fr-FR" dirty="0" smtClean="0"/>
              <a:t> sont les abscisses dans l’élément réel</a:t>
            </a:r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7352857" y="5147819"/>
            <a:ext cx="60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avec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8238309" y="5891258"/>
            <a:ext cx="383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Interpolée évaluée au point de Gauss 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03149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</Words>
  <Application>Microsoft Office PowerPoint</Application>
  <PresentationFormat>Grand écran</PresentationFormat>
  <Paragraphs>17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MS PGothic</vt:lpstr>
      <vt:lpstr>Arial</vt:lpstr>
      <vt:lpstr>Calibri</vt:lpstr>
      <vt:lpstr>Calibri Light</vt:lpstr>
      <vt:lpstr>Times New Roman</vt:lpstr>
      <vt:lpstr>Wingdings</vt:lpstr>
      <vt:lpstr>Thème Office</vt:lpstr>
      <vt:lpstr>MathType 6.0 Equation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jean-christophe toussaint</dc:creator>
  <cp:lastModifiedBy>jean-christophe toussaint</cp:lastModifiedBy>
  <cp:revision>7</cp:revision>
  <dcterms:created xsi:type="dcterms:W3CDTF">2020-11-23T07:13:06Z</dcterms:created>
  <dcterms:modified xsi:type="dcterms:W3CDTF">2020-11-23T07:38:02Z</dcterms:modified>
</cp:coreProperties>
</file>